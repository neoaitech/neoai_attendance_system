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486" y="2311746"/>
            <a:ext cx="2649884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41003" y="2859434"/>
            <a:ext cx="7509844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Plus Jakarta Sans"/>
              </a:rPr>
              <a:t>AI Smart Attendance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19537" y="3636615"/>
            <a:ext cx="43529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64748B"/>
                </a:solidFill>
                <a:latin typeface="Inter"/>
              </a:rPr>
              <a:t>UI/UX High-Fidelity Mockups &amp;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7712" y="4331940"/>
            <a:ext cx="3076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Presenter: Prachi | Friday, August 21, 2026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008" y="2411758"/>
            <a:ext cx="15909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576" y="2166937"/>
            <a:ext cx="2114698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95650" y="2728912"/>
            <a:ext cx="56007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lus Jakarta Sans"/>
              </a:rPr>
              <a:t>Phase 1 Design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062412"/>
            <a:ext cx="762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Inter"/>
              </a:rPr>
              <a:t>Finalized wireframes, DB schema, and user workflows completed for technical team hand-off.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601" y="2271712"/>
            <a:ext cx="12099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42207"/>
            <a:ext cx="5334000" cy="36879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42207"/>
            <a:ext cx="5334000" cy="36879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294632"/>
            <a:ext cx="381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2751832"/>
            <a:ext cx="4860607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2563EB"/>
                </a:solidFill>
                <a:latin typeface="Plus Jakarta Sans"/>
              </a:rPr>
              <a:t>01. Classroom Teacher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163192"/>
            <a:ext cx="4629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Focused on speed and minimal friction during live class sessions: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294632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38925" y="2751832"/>
            <a:ext cx="4860607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2563EB"/>
                </a:solidFill>
                <a:latin typeface="Plus Jakarta Sans"/>
              </a:rPr>
              <a:t>02. Admin &amp; Reporting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163192"/>
            <a:ext cx="4629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Designed for attendance auditing and operational insight: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3791842"/>
            <a:ext cx="4362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Quick single-click login with course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4201417"/>
            <a:ext cx="4362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Live camera capture or instant image file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0625" y="4610992"/>
            <a:ext cx="4362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Human-in-the-loop face recognition review 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5625" y="3791842"/>
            <a:ext cx="4362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Real-time attendance percentages &amp;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5625" y="4201417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Manual override for unassigned or unrecognized faces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5625" y="4868167"/>
            <a:ext cx="4362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One-click CSV/PDF report generation for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Core Workflows Designed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76437"/>
            <a:ext cx="560070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F172A"/>
                </a:solidFill>
                <a:latin typeface="Plus Jakarta Sans"/>
              </a:rPr>
              <a:t>Clean, Role-Based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387798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Secure Auth: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Tailored entry for Teachers and System Administrators.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054548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Institution Selection: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Multi-department support for seamless access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721298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Zero Friction: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Designed with clean input states and high contrast CTA buttons.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85962"/>
            <a:ext cx="53149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01. Login &amp; Authentication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76437"/>
            <a:ext cx="560070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F172A"/>
                </a:solidFill>
                <a:latin typeface="Plus Jakarta Sans"/>
              </a:rPr>
              <a:t>Flexible Image Input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387798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Live Classroom Snap: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Web camera integration for capturing instant group photos.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054548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Drag-and-Drop: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High-resolution upload container for pre-taken images.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721298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Quality Feedback: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Visual status cues for resolution and lighting checks before AI processing.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85962"/>
            <a:ext cx="53149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02. Photo Capture &amp; Upload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76437"/>
            <a:ext cx="560070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F172A"/>
                </a:solidFill>
                <a:latin typeface="Plus Jakarta Sans"/>
              </a:rPr>
              <a:t>Interactive Face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387798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Detected Bounding Boxes: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Auto-cropped student faces generated by AI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054548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Match Confidence: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Clear visual indicators for confirmed matches vs. low-confidence tags.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721298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Manual Overrides: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Quick dropdown to tag or correct unknown/absent students.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85962"/>
            <a:ext cx="53149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03. Detected Faces Review Grid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76437"/>
            <a:ext cx="560070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F172A"/>
                </a:solidFill>
                <a:latin typeface="Plus Jakarta Sans"/>
              </a:rPr>
              <a:t>Actionable Attendance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387798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Summary Analytics: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Real-time present vs. absent percentages across classes.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054548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Date Filtering: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Historical records drill-down by date range and subject.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721298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Export Tools: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Direct download to CSV or PDF formats for school archives.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85962"/>
            <a:ext cx="53149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04. Reporting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43250"/>
            <a:ext cx="3555950" cy="1562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3143250"/>
            <a:ext cx="3555950" cy="1562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3143250"/>
            <a:ext cx="3556099" cy="1562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38425" y="2257425"/>
            <a:ext cx="69151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Inter"/>
              </a:rPr>
              <a:t>Ready for Phase 2 Frontend Implementation (Starting Monday, Aug 24)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381375"/>
            <a:ext cx="25717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762375"/>
            <a:ext cx="32336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GitHub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038600"/>
            <a:ext cx="3079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Pushing to feature/prachi-figma-mockups for final PR review today.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075" y="3381375"/>
            <a:ext cx="33337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56075" y="3762375"/>
            <a:ext cx="32336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Frontend Skeleton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075" y="4038600"/>
            <a:ext cx="3079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Building UI component hierarchy based on Figma design tokens on Monday.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525" y="3381375"/>
            <a:ext cx="2667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02525" y="3762375"/>
            <a:ext cx="323384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API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525" y="4038600"/>
            <a:ext cx="30798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Mapping endpoints with Priti and Shubhi for facial recognition payload integration.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Next Steps &amp; Handoff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356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Inter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Prachi Ghadge</dc:creator>
  <cp:keywords/>
  <dc:description>generated using python-pptx</dc:description>
  <cp:lastModifiedBy>Prachi Ghadge</cp:lastModifiedBy>
  <cp:revision>2</cp:revision>
  <dcterms:created xsi:type="dcterms:W3CDTF">2013-01-27T09:14:16Z</dcterms:created>
  <dcterms:modified xsi:type="dcterms:W3CDTF">2026-08-21T13:55:31Z</dcterms:modified>
  <cp:category/>
</cp:coreProperties>
</file>